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55348" y="237983"/>
            <a:ext cx="7766936" cy="1646302"/>
          </a:xfrm>
        </p:spPr>
        <p:txBody>
          <a:bodyPr/>
          <a:lstStyle/>
          <a:p>
            <a:pPr algn="ctr"/>
            <a:r>
              <a:rPr lang="ko-KR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자료구조 설계 계획서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10721" y="5022898"/>
            <a:ext cx="7766936" cy="1096899"/>
          </a:xfrm>
        </p:spPr>
        <p:txBody>
          <a:bodyPr/>
          <a:lstStyle/>
          <a:p>
            <a:r>
              <a:rPr lang="en-US" altLang="ko-KR" dirty="0" smtClean="0"/>
              <a:t>20175429 </a:t>
            </a:r>
            <a:r>
              <a:rPr lang="ko-KR" altLang="en-US" dirty="0" smtClean="0"/>
              <a:t>유승훈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81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당신이 </a:t>
            </a:r>
            <a:r>
              <a:rPr lang="ko-KR" altLang="en-US" dirty="0" err="1" smtClean="0"/>
              <a:t>푸드트럭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창업를</a:t>
            </a:r>
            <a:r>
              <a:rPr lang="ko-KR" altLang="en-US" dirty="0" smtClean="0"/>
              <a:t> 하게 된다면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일반 음식점과 달리 </a:t>
            </a:r>
            <a:r>
              <a:rPr lang="ko-KR" altLang="en-US" dirty="0" err="1" smtClean="0"/>
              <a:t>푸드트럭은</a:t>
            </a:r>
            <a:r>
              <a:rPr lang="ko-KR" altLang="en-US" dirty="0" smtClean="0"/>
              <a:t> 장소를 옮겨 다니며 음식을 서비스 할 수 있기 때문에 무엇보다 사람이 많은 자리를 잡는 것이 중요하다고 생각됩니다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유동인구는 시간대별로 변하기 때문에 이동시간과 유동인구변화를 동시에 고려하며 장소를 </a:t>
            </a:r>
            <a:r>
              <a:rPr lang="ko-KR" altLang="en-US" dirty="0" err="1" smtClean="0"/>
              <a:t>정하는것이</a:t>
            </a:r>
            <a:r>
              <a:rPr lang="ko-KR" altLang="en-US" dirty="0" smtClean="0"/>
              <a:t> 중요합니다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서울시 우리마을가게 상권분석서비스</a:t>
            </a:r>
            <a:r>
              <a:rPr lang="en-US" altLang="ko-KR" dirty="0"/>
              <a:t>(</a:t>
            </a:r>
            <a:r>
              <a:rPr lang="ko-KR" altLang="en-US" dirty="0"/>
              <a:t>상권</a:t>
            </a:r>
            <a:r>
              <a:rPr lang="en-US" altLang="ko-KR" dirty="0"/>
              <a:t>-</a:t>
            </a:r>
            <a:r>
              <a:rPr lang="ko-KR" altLang="en-US" dirty="0"/>
              <a:t>추정유동인구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r>
              <a:rPr lang="ko-KR" altLang="en-US" dirty="0" smtClean="0"/>
              <a:t>유동인구를 시간대별로 정리한 데이터입니다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	(http://</a:t>
            </a:r>
            <a:r>
              <a:rPr lang="en-US" altLang="ko-KR" dirty="0" smtClean="0"/>
              <a:t>data.seoul.go.kr/dataList/datasetView.do?infId=OA-13340&amp;srvType=A&amp;serviceKind=1&amp;currentPageNo=1)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124" y="4248775"/>
            <a:ext cx="3547513" cy="187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296562"/>
            <a:ext cx="8596668" cy="1320800"/>
          </a:xfrm>
        </p:spPr>
        <p:txBody>
          <a:bodyPr/>
          <a:lstStyle/>
          <a:p>
            <a:r>
              <a:rPr lang="ko-KR" altLang="en-US" dirty="0" smtClean="0"/>
              <a:t>구체적인 구현방안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219200"/>
            <a:ext cx="10517888" cy="5404021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각 </a:t>
            </a:r>
            <a:r>
              <a:rPr lang="en-US" altLang="ko-KR" dirty="0" smtClean="0"/>
              <a:t>vertex</a:t>
            </a:r>
            <a:r>
              <a:rPr lang="ko-KR" altLang="en-US" dirty="0" smtClean="0"/>
              <a:t>를 상권 좌표로 보고 </a:t>
            </a:r>
            <a:r>
              <a:rPr lang="en-US" altLang="ko-KR" dirty="0" smtClean="0"/>
              <a:t>vertex </a:t>
            </a:r>
            <a:r>
              <a:rPr lang="ko-KR" altLang="en-US" dirty="0" smtClean="0"/>
              <a:t>내에 시간대별 유동인구 수 를 기록한다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Vertex</a:t>
            </a:r>
            <a:r>
              <a:rPr lang="ko-KR" altLang="en-US" dirty="0" smtClean="0"/>
              <a:t>사이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weight</a:t>
            </a:r>
            <a:r>
              <a:rPr lang="ko-KR" altLang="en-US" dirty="0" smtClean="0"/>
              <a:t>는 예상 이동 소요 시간 으로 표시한다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이 두 정보를 이용해 수익을 최대로 내는 </a:t>
            </a:r>
            <a:r>
              <a:rPr lang="ko-KR" altLang="en-US" dirty="0" err="1" smtClean="0"/>
              <a:t>푸드트럭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r>
              <a:rPr lang="ko-KR" altLang="en-US" dirty="0" smtClean="0"/>
              <a:t>이동경로를 구한다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		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963" y="2793142"/>
            <a:ext cx="4296375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9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구체적 설계를 통한 예측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71135"/>
            <a:ext cx="8596668" cy="427022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첫번째</a:t>
            </a:r>
            <a:r>
              <a:rPr lang="ko-KR" altLang="en-US" dirty="0"/>
              <a:t> 판매 장소와 시간은 직접 입력 받고 그 이후 최대의 수익을 내는 판매장소 이동경로를 계산한다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	(</a:t>
            </a:r>
            <a:r>
              <a:rPr lang="ko-KR" altLang="en-US" dirty="0"/>
              <a:t>단 완벽하게 현실성 있는 시간계산은 불가능하므로 </a:t>
            </a:r>
            <a:r>
              <a:rPr lang="en-US" altLang="ko-KR" dirty="0"/>
              <a:t>1</a:t>
            </a:r>
            <a:r>
              <a:rPr lang="ko-KR" altLang="en-US" dirty="0"/>
              <a:t>번 음식을 </a:t>
            </a:r>
            <a:r>
              <a:rPr lang="ko-KR" altLang="en-US" dirty="0" err="1"/>
              <a:t>판매할때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시</a:t>
            </a:r>
            <a:r>
              <a:rPr lang="en-US" altLang="ko-KR" dirty="0"/>
              <a:t>	</a:t>
            </a:r>
            <a:r>
              <a:rPr lang="ko-KR" altLang="en-US" dirty="0" err="1"/>
              <a:t>간대를</a:t>
            </a:r>
            <a:r>
              <a:rPr lang="ko-KR" altLang="en-US" dirty="0"/>
              <a:t> 사용한다고 가정하고 그 속에서 판매가능시간과 이동예상시간을 계산</a:t>
            </a:r>
            <a:r>
              <a:rPr lang="en-US" altLang="ko-KR" dirty="0"/>
              <a:t>	</a:t>
            </a:r>
            <a:r>
              <a:rPr lang="ko-KR" altLang="en-US" dirty="0"/>
              <a:t>함</a:t>
            </a:r>
            <a:r>
              <a:rPr lang="en-US" altLang="ko-KR" dirty="0" smtClean="0"/>
              <a:t>.)</a:t>
            </a:r>
          </a:p>
          <a:p>
            <a:pPr marL="0" indent="0">
              <a:buNone/>
            </a:pPr>
            <a:r>
              <a:rPr lang="en-US" altLang="ko-KR" dirty="0" smtClean="0"/>
              <a:t> </a:t>
            </a:r>
            <a:r>
              <a:rPr lang="en-US" altLang="ko-KR" dirty="0"/>
              <a:t>	ex) </a:t>
            </a:r>
            <a:r>
              <a:rPr lang="ko-KR" altLang="en-US" dirty="0" err="1"/>
              <a:t>테헤란로</a:t>
            </a:r>
            <a:r>
              <a:rPr lang="ko-KR" altLang="en-US" dirty="0"/>
              <a:t> </a:t>
            </a:r>
            <a:r>
              <a:rPr lang="en-US" altLang="ko-KR" dirty="0"/>
              <a:t>1				</a:t>
            </a:r>
            <a:r>
              <a:rPr lang="ko-KR" altLang="en-US" dirty="0"/>
              <a:t>가로수길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ko-KR" altLang="en-US" dirty="0"/>
              <a:t>판매시간</a:t>
            </a:r>
            <a:r>
              <a:rPr lang="en-US" altLang="ko-KR" dirty="0"/>
              <a:t>:1</a:t>
            </a:r>
            <a:r>
              <a:rPr lang="ko-KR" altLang="en-US" dirty="0"/>
              <a:t>시간 </a:t>
            </a:r>
            <a:r>
              <a:rPr lang="en-US" altLang="ko-KR" dirty="0"/>
              <a:t>38 </a:t>
            </a:r>
            <a:r>
              <a:rPr lang="ko-KR" altLang="en-US" dirty="0"/>
              <a:t>분  </a:t>
            </a:r>
            <a:r>
              <a:rPr lang="en-US" altLang="ko-KR" dirty="0"/>
              <a:t>-&gt;	</a:t>
            </a:r>
            <a:r>
              <a:rPr lang="ko-KR" altLang="en-US" dirty="0" smtClean="0"/>
              <a:t>판매시간</a:t>
            </a:r>
            <a:r>
              <a:rPr lang="en-US" altLang="ko-KR" dirty="0" smtClean="0"/>
              <a:t>:1</a:t>
            </a:r>
            <a:r>
              <a:rPr lang="ko-KR" altLang="en-US" dirty="0" smtClean="0"/>
              <a:t>시간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ko-KR" altLang="en-US" dirty="0"/>
              <a:t>예상손님</a:t>
            </a:r>
            <a:r>
              <a:rPr lang="en-US" altLang="ko-KR" dirty="0"/>
              <a:t>:32</a:t>
            </a:r>
            <a:r>
              <a:rPr lang="ko-KR" altLang="en-US" dirty="0" smtClean="0"/>
              <a:t>명</a:t>
            </a:r>
            <a:r>
              <a:rPr lang="en-US" altLang="ko-KR" dirty="0" smtClean="0"/>
              <a:t>			</a:t>
            </a:r>
            <a:r>
              <a:rPr lang="ko-KR" altLang="en-US" dirty="0" smtClean="0"/>
              <a:t>예상손님</a:t>
            </a:r>
            <a:r>
              <a:rPr lang="en-US" altLang="ko-KR" dirty="0" smtClean="0"/>
              <a:t>:29</a:t>
            </a:r>
            <a:r>
              <a:rPr lang="ko-KR" altLang="en-US" dirty="0" smtClean="0"/>
              <a:t>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(</a:t>
            </a:r>
            <a:r>
              <a:rPr lang="ko-KR" altLang="en-US" dirty="0"/>
              <a:t>예상 </a:t>
            </a:r>
            <a:r>
              <a:rPr lang="ko-KR" altLang="en-US" dirty="0" smtClean="0"/>
              <a:t>이동시간</a:t>
            </a:r>
            <a:r>
              <a:rPr lang="en-US" altLang="ko-KR" dirty="0" smtClean="0"/>
              <a:t>:15</a:t>
            </a:r>
            <a:r>
              <a:rPr lang="ko-KR" altLang="en-US" dirty="0" smtClean="0"/>
              <a:t>분</a:t>
            </a:r>
            <a:r>
              <a:rPr lang="en-US" altLang="ko-KR" dirty="0" smtClean="0"/>
              <a:t>)		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61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구체적 설계를 통한 예측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614617"/>
            <a:ext cx="8596668" cy="4426746"/>
          </a:xfrm>
        </p:spPr>
        <p:txBody>
          <a:bodyPr/>
          <a:lstStyle/>
          <a:p>
            <a:r>
              <a:rPr lang="ko-KR" altLang="en-US" dirty="0" smtClean="0"/>
              <a:t>유동인구수와 </a:t>
            </a:r>
            <a:r>
              <a:rPr lang="ko-KR" altLang="en-US" dirty="0" err="1" smtClean="0"/>
              <a:t>푸드</a:t>
            </a:r>
            <a:r>
              <a:rPr lang="ko-KR" altLang="en-US" dirty="0" smtClean="0"/>
              <a:t> 트럭 이용 </a:t>
            </a:r>
            <a:r>
              <a:rPr lang="ko-KR" altLang="en-US" dirty="0" err="1" smtClean="0"/>
              <a:t>고객수는</a:t>
            </a:r>
            <a:r>
              <a:rPr lang="ko-KR" altLang="en-US" dirty="0" smtClean="0"/>
              <a:t> 실제 완벽한 정비례를 이루지는 않을 수 있습니다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하지만 연관성이 아예 없다고는 볼 수 없을 것입니다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r>
              <a:rPr lang="ko-KR" altLang="en-US" dirty="0" smtClean="0"/>
              <a:t>또한 아무리 이용가능 고객수가 많아도 현실적으로 시간 이내에 서비스를 제공할 수 있는 </a:t>
            </a:r>
            <a:r>
              <a:rPr lang="ko-KR" altLang="en-US" dirty="0" err="1" smtClean="0"/>
              <a:t>고객수는</a:t>
            </a:r>
            <a:r>
              <a:rPr lang="ko-KR" altLang="en-US" dirty="0" smtClean="0"/>
              <a:t> 정해져 </a:t>
            </a:r>
            <a:r>
              <a:rPr lang="ko-KR" altLang="en-US" dirty="0" err="1" smtClean="0"/>
              <a:t>있을것이라</a:t>
            </a:r>
            <a:r>
              <a:rPr lang="ko-KR" altLang="en-US" dirty="0" smtClean="0"/>
              <a:t> 생각합니다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따라서 저는 유동인구수와 </a:t>
            </a:r>
            <a:r>
              <a:rPr lang="ko-KR" altLang="en-US" dirty="0" err="1" smtClean="0"/>
              <a:t>푸드</a:t>
            </a:r>
            <a:r>
              <a:rPr lang="ko-KR" altLang="en-US" dirty="0" smtClean="0"/>
              <a:t> 트럭 </a:t>
            </a:r>
            <a:r>
              <a:rPr lang="ko-KR" altLang="en-US" dirty="0" err="1" smtClean="0"/>
              <a:t>고객수를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연관지어</a:t>
            </a:r>
            <a:r>
              <a:rPr lang="ko-KR" altLang="en-US" dirty="0" smtClean="0"/>
              <a:t> 제한된 시간 이내에 최대의 이용 </a:t>
            </a:r>
            <a:r>
              <a:rPr lang="ko-KR" altLang="en-US" dirty="0" err="1" smtClean="0"/>
              <a:t>고객수를</a:t>
            </a:r>
            <a:r>
              <a:rPr lang="ko-KR" altLang="en-US" dirty="0" smtClean="0"/>
              <a:t>  가능하게 하는 </a:t>
            </a:r>
            <a:r>
              <a:rPr lang="ko-KR" altLang="en-US" dirty="0" err="1" smtClean="0"/>
              <a:t>푸드트럭</a:t>
            </a:r>
            <a:r>
              <a:rPr lang="ko-KR" altLang="en-US" dirty="0" smtClean="0"/>
              <a:t> 이동경로를 예측하려 합니다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이용 </a:t>
            </a:r>
            <a:r>
              <a:rPr lang="ko-KR" altLang="en-US" dirty="0"/>
              <a:t>손님이 많을수록 높은 수입을 낸 것으로 계산함</a:t>
            </a:r>
            <a:r>
              <a:rPr lang="en-US" altLang="ko-KR" dirty="0"/>
              <a:t>.)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77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58097"/>
            <a:ext cx="8596668" cy="4583265"/>
          </a:xfrm>
        </p:spPr>
        <p:txBody>
          <a:bodyPr/>
          <a:lstStyle/>
          <a:p>
            <a:r>
              <a:rPr lang="ko-KR" altLang="en-US" dirty="0" err="1" smtClean="0"/>
              <a:t>몇시부터</a:t>
            </a:r>
            <a:r>
              <a:rPr lang="ko-KR" altLang="en-US" dirty="0" smtClean="0"/>
              <a:t> 어디에서 </a:t>
            </a:r>
            <a:r>
              <a:rPr lang="ko-KR" altLang="en-US" dirty="0" err="1" smtClean="0"/>
              <a:t>푸드트럭</a:t>
            </a:r>
            <a:r>
              <a:rPr lang="ko-KR" altLang="en-US" dirty="0" smtClean="0"/>
              <a:t> 서비스를 시작할 때 어떤 경로를 이용할 때 가장 높은 수익을 낼 수 있는가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r>
              <a:rPr lang="ko-KR" altLang="en-US" dirty="0" smtClean="0"/>
              <a:t>유동인구 조사를 토대로 </a:t>
            </a:r>
            <a:r>
              <a:rPr lang="ko-KR" altLang="en-US" dirty="0" err="1" smtClean="0"/>
              <a:t>어느지역이</a:t>
            </a:r>
            <a:r>
              <a:rPr lang="ko-KR" altLang="en-US" dirty="0" smtClean="0"/>
              <a:t> 제일 </a:t>
            </a:r>
            <a:r>
              <a:rPr lang="ko-KR" altLang="en-US" dirty="0" err="1" smtClean="0"/>
              <a:t>푸드트럭</a:t>
            </a:r>
            <a:r>
              <a:rPr lang="ko-KR" altLang="en-US" dirty="0" smtClean="0"/>
              <a:t> 장사를 하기에 적합한지 알 수 있는가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r>
              <a:rPr lang="ko-KR" altLang="en-US" dirty="0" smtClean="0"/>
              <a:t>실제 통계량을 토대로 유동인구와 </a:t>
            </a:r>
            <a:r>
              <a:rPr lang="ko-KR" altLang="en-US" dirty="0" err="1" smtClean="0"/>
              <a:t>푸드트럭상권</a:t>
            </a:r>
            <a:r>
              <a:rPr lang="ko-KR" altLang="en-US" dirty="0" smtClean="0"/>
              <a:t> 사이의 연관성을 알아보자</a:t>
            </a:r>
            <a:r>
              <a:rPr lang="en-US" altLang="ko-KR" dirty="0" smtClean="0"/>
              <a:t>!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29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8800" dirty="0" err="1" smtClean="0"/>
              <a:t>QnA</a:t>
            </a:r>
            <a:endParaRPr lang="ko-KR" altLang="en-US" sz="8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677760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214</Words>
  <Application>Microsoft Office PowerPoint</Application>
  <PresentationFormat>와이드스크린</PresentationFormat>
  <Paragraphs>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HY그래픽M</vt:lpstr>
      <vt:lpstr>맑은 고딕</vt:lpstr>
      <vt:lpstr>Arial</vt:lpstr>
      <vt:lpstr>Trebuchet MS</vt:lpstr>
      <vt:lpstr>Wingdings 3</vt:lpstr>
      <vt:lpstr>패싯</vt:lpstr>
      <vt:lpstr>자료구조 설계 계획서</vt:lpstr>
      <vt:lpstr>당신이 푸드트럭 창업를 하게 된다면?</vt:lpstr>
      <vt:lpstr>구체적인 구현방안</vt:lpstr>
      <vt:lpstr>구체적 설계를 통한 예측</vt:lpstr>
      <vt:lpstr>구체적 설계를 통한 예측</vt:lpstr>
      <vt:lpstr>목표</vt:lpstr>
      <vt:lpstr>QnA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설계 계획서</dc:title>
  <dc:creator>caucse</dc:creator>
  <cp:lastModifiedBy>caucse</cp:lastModifiedBy>
  <cp:revision>6</cp:revision>
  <dcterms:created xsi:type="dcterms:W3CDTF">2018-09-12T12:01:35Z</dcterms:created>
  <dcterms:modified xsi:type="dcterms:W3CDTF">2018-09-12T12:55:08Z</dcterms:modified>
</cp:coreProperties>
</file>